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Lato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Lato-regular.fntdata"/><Relationship Id="rId8" Type="http://schemas.openxmlformats.org/officeDocument/2006/relationships/font" Target="fonts/La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6.png"/><Relationship Id="rId13" Type="http://schemas.openxmlformats.org/officeDocument/2006/relationships/image" Target="../media/image4.png"/><Relationship Id="rId1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8.jpg"/><Relationship Id="rId9" Type="http://schemas.openxmlformats.org/officeDocument/2006/relationships/image" Target="../media/image10.png"/><Relationship Id="rId15" Type="http://schemas.openxmlformats.org/officeDocument/2006/relationships/image" Target="../media/image12.png"/><Relationship Id="rId14" Type="http://schemas.openxmlformats.org/officeDocument/2006/relationships/image" Target="../media/image7.png"/><Relationship Id="rId16" Type="http://schemas.openxmlformats.org/officeDocument/2006/relationships/image" Target="../media/image13.png"/><Relationship Id="rId5" Type="http://schemas.openxmlformats.org/officeDocument/2006/relationships/image" Target="../media/image3.jpg"/><Relationship Id="rId6" Type="http://schemas.openxmlformats.org/officeDocument/2006/relationships/image" Target="../media/image9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creenshot 2026-10-07 at 11.25.18 AM.png"/>
          <p:cNvPicPr preferRelativeResize="0"/>
          <p:nvPr/>
        </p:nvPicPr>
        <p:blipFill rotWithShape="1">
          <a:blip r:embed="rId3">
            <a:alphaModFix/>
          </a:blip>
          <a:srcRect b="4218" l="3343" r="3547" t="2672"/>
          <a:stretch/>
        </p:blipFill>
        <p:spPr>
          <a:xfrm>
            <a:off x="371565" y="1499404"/>
            <a:ext cx="1233000" cy="1214400"/>
          </a:xfrm>
          <a:prstGeom prst="ellipse">
            <a:avLst/>
          </a:prstGeom>
          <a:noFill/>
          <a:ln cap="flat" cmpd="sng" w="57350">
            <a:solidFill>
              <a:srgbClr val="CFE2F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5" name="Google Shape;55;p13" title="Niharika-Koppolu-e178006099095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6807" y="1475001"/>
            <a:ext cx="1273800" cy="1263900"/>
          </a:xfrm>
          <a:prstGeom prst="ellipse">
            <a:avLst/>
          </a:prstGeom>
          <a:noFill/>
          <a:ln cap="flat" cmpd="sng" w="57350">
            <a:solidFill>
              <a:srgbClr val="CFE2F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6" name="Google Shape;56;p13" title="OkonkwoAmy-2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24329" y="1475001"/>
            <a:ext cx="1263900" cy="1263900"/>
          </a:xfrm>
          <a:prstGeom prst="ellipse">
            <a:avLst/>
          </a:prstGeom>
          <a:noFill/>
          <a:ln cap="flat" cmpd="sng" w="57350">
            <a:solidFill>
              <a:srgbClr val="CFE2F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7" name="Google Shape;57;p13" title="Unknown-3.png"/>
          <p:cNvPicPr preferRelativeResize="0"/>
          <p:nvPr/>
        </p:nvPicPr>
        <p:blipFill rotWithShape="1">
          <a:blip r:embed="rId6">
            <a:alphaModFix/>
          </a:blip>
          <a:srcRect b="0" l="2439" r="0" t="0"/>
          <a:stretch/>
        </p:blipFill>
        <p:spPr>
          <a:xfrm>
            <a:off x="2173915" y="1475011"/>
            <a:ext cx="1233000" cy="1263900"/>
          </a:xfrm>
          <a:prstGeom prst="ellipse">
            <a:avLst/>
          </a:prstGeom>
          <a:noFill/>
          <a:ln cap="flat" cmpd="sng" w="57350">
            <a:solidFill>
              <a:srgbClr val="CFE2F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8" name="Google Shape;58;p13"/>
          <p:cNvSpPr txBox="1"/>
          <p:nvPr/>
        </p:nvSpPr>
        <p:spPr>
          <a:xfrm>
            <a:off x="86751" y="2795655"/>
            <a:ext cx="18024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50" lIns="68850" spcFirstLastPara="1" rIns="68850" wrap="square" tIns="688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4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Suhan Asaigoli ‘27</a:t>
            </a:r>
            <a:endParaRPr b="1" sz="1054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3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Neuroscience</a:t>
            </a:r>
            <a:endParaRPr sz="753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3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Morehead Cain Scholar</a:t>
            </a:r>
            <a:endParaRPr sz="753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889097" y="2795655"/>
            <a:ext cx="18024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50" lIns="68850" spcFirstLastPara="1" rIns="68850" wrap="square" tIns="688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4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Favor Asabor </a:t>
            </a:r>
            <a:r>
              <a:rPr b="1" lang="en" sz="1054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‘27</a:t>
            </a:r>
            <a:endParaRPr b="1" sz="1054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3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Health Policy and Management</a:t>
            </a:r>
            <a:endParaRPr sz="753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3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Honors Carolina</a:t>
            </a:r>
            <a:endParaRPr sz="753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3691352" y="2795655"/>
            <a:ext cx="18024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50" lIns="68850" spcFirstLastPara="1" rIns="68850" wrap="square" tIns="688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4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Aidan Gunn</a:t>
            </a:r>
            <a:r>
              <a:rPr b="1" lang="en" sz="1054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‘27</a:t>
            </a:r>
            <a:endParaRPr b="1" sz="1054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3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Communication studies</a:t>
            </a:r>
            <a:endParaRPr sz="753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3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Johnston Scholar</a:t>
            </a:r>
            <a:endParaRPr sz="753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5452551" y="2773116"/>
            <a:ext cx="18024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50" lIns="68850" spcFirstLastPara="1" rIns="68850" wrap="square" tIns="688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4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Niharika Koppolu ‘29</a:t>
            </a:r>
            <a:endParaRPr b="1" sz="1054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3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Biostatistics</a:t>
            </a:r>
            <a:endParaRPr sz="753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3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Morehead Cain Scholar</a:t>
            </a:r>
            <a:endParaRPr b="1" sz="1054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7254860" y="2773116"/>
            <a:ext cx="18024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850" lIns="68850" spcFirstLastPara="1" rIns="68850" wrap="square" tIns="688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4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Amy Okonkwo</a:t>
            </a:r>
            <a:r>
              <a:rPr b="1" lang="en" sz="1054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‘28</a:t>
            </a:r>
            <a:endParaRPr b="1" sz="1054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3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Environmental Health Sciences</a:t>
            </a:r>
            <a:endParaRPr sz="753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3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Morehead Cain Scholar</a:t>
            </a:r>
            <a:endParaRPr b="1" sz="1054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2451" y="4307250"/>
            <a:ext cx="973125" cy="59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13348" y="4241341"/>
            <a:ext cx="674400" cy="67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136386" y="4253980"/>
            <a:ext cx="652089" cy="649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909333" y="4241346"/>
            <a:ext cx="595426" cy="674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686557" y="4212024"/>
            <a:ext cx="652087" cy="652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625625" y="4293018"/>
            <a:ext cx="1091265" cy="571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270772" y="4369817"/>
            <a:ext cx="1091263" cy="458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447224" y="4342652"/>
            <a:ext cx="1570739" cy="471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3"/>
          <p:cNvPicPr preferRelativeResize="0"/>
          <p:nvPr/>
        </p:nvPicPr>
        <p:blipFill rotWithShape="1">
          <a:blip r:embed="rId15">
            <a:alphaModFix/>
          </a:blip>
          <a:srcRect b="7878" l="9689" r="9096" t="10907"/>
          <a:stretch/>
        </p:blipFill>
        <p:spPr>
          <a:xfrm>
            <a:off x="8034984" y="4240213"/>
            <a:ext cx="876577" cy="676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3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945350" y="1499400"/>
            <a:ext cx="1233000" cy="1233000"/>
          </a:xfrm>
          <a:prstGeom prst="ellipse">
            <a:avLst/>
          </a:prstGeom>
          <a:noFill/>
          <a:ln cap="flat" cmpd="sng" w="76200">
            <a:solidFill>
              <a:srgbClr val="CFE2F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